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5750" y="3429000"/>
            <a:ext cx="523875" cy="142875"/>
          </a:xfrm>
          <a:prstGeom prst="rect">
            <a:avLst/>
          </a:prstGeom>
        </p:spPr>
      </p:pic>
      <p:pic>
        <p:nvPicPr>
          <p:cNvPr id="3" name="Object 2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8375" y="238125"/>
            <a:ext cx="523875" cy="142875"/>
          </a:xfrm>
          <a:prstGeom prst="rect">
            <a:avLst/>
          </a:prstGeom>
        </p:spPr>
      </p:pic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85750" y="152400"/>
            <a:ext cx="447675" cy="171450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85750" y="495300"/>
            <a:ext cx="4157663" cy="885825"/>
          </a:xfrm>
          <a:prstGeom prst="rect">
            <a:avLst/>
          </a:prstGeom>
        </p:spPr>
      </p:pic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85750" y="1614488"/>
            <a:ext cx="4157663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5750" y="3429000"/>
            <a:ext cx="523875" cy="142875"/>
          </a:xfrm>
          <a:prstGeom prst="rect">
            <a:avLst/>
          </a:prstGeom>
        </p:spPr>
      </p:pic>
      <p:pic>
        <p:nvPicPr>
          <p:cNvPr id="3" name="Object 2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8375" y="238125"/>
            <a:ext cx="523875" cy="142875"/>
          </a:xfrm>
          <a:prstGeom prst="rect">
            <a:avLst/>
          </a:prstGeom>
        </p:spPr>
      </p:pic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85750" y="495300"/>
            <a:ext cx="4157663" cy="247650"/>
          </a:xfrm>
          <a:prstGeom prst="rect">
            <a:avLst/>
          </a:prstGeom>
        </p:spPr>
      </p:pic>
      <p:sp>
        <p:nvSpPr>
          <p:cNvPr id="5" name="Object4"/>
          <p:cNvSpPr/>
          <p:nvPr/>
        </p:nvSpPr>
        <p:spPr>
          <a:xfrm>
            <a:off x="290513" y="914400"/>
            <a:ext cx="4452938" cy="30265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1200" b="0" i="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bert embedding + clustering persepsi</a:t>
            </a:r>
            <a:endParaRPr lang="en-US" sz="1166" dirty="0"/>
          </a:p>
          <a:p>
            <a:pPr algn="l"/>
            <a:r>
              <a:rPr lang="en-US" sz="1200" b="0" i="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tujuan: membagi persepsi masyarakat tanpa labeling.</a:t>
            </a:r>
            <a:endParaRPr lang="en-US" sz="1166" dirty="0"/>
          </a:p>
          <a:p>
            <a:pPr algn="l"/>
            <a:r>
              <a:rPr lang="en-US" sz="1200" b="0" i="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langkah:</a:t>
            </a:r>
            <a:endParaRPr lang="en-US" sz="1166" dirty="0"/>
          </a:p>
          <a:p>
            <a:pPr algn="l"/>
            <a:r>
              <a:rPr lang="en-US" sz="1200" b="0" i="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ekstrak embedding dengan indobert</a:t>
            </a:r>
            <a:endParaRPr lang="en-US" sz="1166" dirty="0"/>
          </a:p>
          <a:p>
            <a:pPr algn="l"/>
            <a:r>
              <a:rPr lang="en-US" sz="1200" b="0" i="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lakukan clustering (k-means atau hdbscan)</a:t>
            </a:r>
            <a:endParaRPr lang="en-US" sz="1166" dirty="0"/>
          </a:p>
          <a:p>
            <a:pPr algn="l"/>
            <a:r>
              <a:rPr lang="en-US" sz="1200" b="0" i="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interpretasi hasil cluster:</a:t>
            </a:r>
            <a:endParaRPr lang="en-US" sz="1166" dirty="0"/>
          </a:p>
          <a:p>
            <a:pPr algn="l"/>
            <a:endParaRPr lang="en-US" sz="1166" dirty="0"/>
          </a:p>
          <a:p>
            <a:pPr algn="l"/>
            <a:r>
              <a:rPr lang="en-US" sz="1200" b="0" i="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1: ketidakpercayaan pada pemerintah</a:t>
            </a:r>
            <a:endParaRPr lang="en-US" sz="1166" dirty="0"/>
          </a:p>
          <a:p>
            <a:pPr algn="l"/>
            <a:r>
              <a:rPr lang="en-US" sz="1200" b="0" i="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2: kebingungan teknis</a:t>
            </a:r>
            <a:endParaRPr lang="en-US" sz="1166" dirty="0"/>
          </a:p>
          <a:p>
            <a:pPr algn="l"/>
            <a:r>
              <a:rPr lang="en-US" sz="1200" b="0" i="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3: dukungan</a:t>
            </a:r>
            <a:endParaRPr lang="en-US" sz="1166" dirty="0"/>
          </a:p>
        </p:txBody>
      </p:sp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85750" y="152400"/>
            <a:ext cx="44767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5750" y="3429000"/>
            <a:ext cx="523875" cy="142875"/>
          </a:xfrm>
          <a:prstGeom prst="rect">
            <a:avLst/>
          </a:prstGeom>
        </p:spPr>
      </p:pic>
      <p:pic>
        <p:nvPicPr>
          <p:cNvPr id="3" name="Object 2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8375" y="238125"/>
            <a:ext cx="523875" cy="142875"/>
          </a:xfrm>
          <a:prstGeom prst="rect">
            <a:avLst/>
          </a:prstGeom>
        </p:spPr>
      </p:pic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85750" y="495300"/>
            <a:ext cx="4157663" cy="247650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52513" y="909638"/>
            <a:ext cx="4748213" cy="2371725"/>
          </a:xfrm>
          <a:prstGeom prst="rect">
            <a:avLst/>
          </a:prstGeom>
        </p:spPr>
      </p:pic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85750" y="152400"/>
            <a:ext cx="44767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5750" y="3429000"/>
            <a:ext cx="523875" cy="142875"/>
          </a:xfrm>
          <a:prstGeom prst="rect">
            <a:avLst/>
          </a:prstGeom>
        </p:spPr>
      </p:pic>
      <p:pic>
        <p:nvPicPr>
          <p:cNvPr id="3" name="Object 2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8375" y="238125"/>
            <a:ext cx="523875" cy="142875"/>
          </a:xfrm>
          <a:prstGeom prst="rect">
            <a:avLst/>
          </a:prstGeom>
        </p:spPr>
      </p:pic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85750" y="495300"/>
            <a:ext cx="4157663" cy="247650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38125" y="923925"/>
            <a:ext cx="6334125" cy="1757363"/>
          </a:xfrm>
          <a:prstGeom prst="rect">
            <a:avLst/>
          </a:prstGeom>
        </p:spPr>
      </p:pic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262188" y="2681288"/>
            <a:ext cx="3328988" cy="1009650"/>
          </a:xfrm>
          <a:prstGeom prst="rect">
            <a:avLst/>
          </a:prstGeom>
        </p:spPr>
      </p:pic>
      <p:pic>
        <p:nvPicPr>
          <p:cNvPr id="7" name="Object 6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85750" y="152400"/>
            <a:ext cx="44767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5750" y="3429000"/>
            <a:ext cx="523875" cy="142875"/>
          </a:xfrm>
          <a:prstGeom prst="rect">
            <a:avLst/>
          </a:prstGeom>
        </p:spPr>
      </p:pic>
      <p:pic>
        <p:nvPicPr>
          <p:cNvPr id="3" name="Object 2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8375" y="238125"/>
            <a:ext cx="523875" cy="142875"/>
          </a:xfrm>
          <a:prstGeom prst="rect">
            <a:avLst/>
          </a:prstGeom>
        </p:spPr>
      </p:pic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85750" y="495300"/>
            <a:ext cx="4157663" cy="247650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38300" y="814388"/>
            <a:ext cx="3576638" cy="2757488"/>
          </a:xfrm>
          <a:prstGeom prst="rect">
            <a:avLst/>
          </a:prstGeom>
        </p:spPr>
      </p:pic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85750" y="152400"/>
            <a:ext cx="44767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5750" y="3429000"/>
            <a:ext cx="523875" cy="142875"/>
          </a:xfrm>
          <a:prstGeom prst="rect">
            <a:avLst/>
          </a:prstGeom>
        </p:spPr>
      </p:pic>
      <p:pic>
        <p:nvPicPr>
          <p:cNvPr id="3" name="Object 2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8375" y="238125"/>
            <a:ext cx="523875" cy="142875"/>
          </a:xfrm>
          <a:prstGeom prst="rect">
            <a:avLst/>
          </a:prstGeom>
        </p:spPr>
      </p:pic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85750" y="495300"/>
            <a:ext cx="4157663" cy="247650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9625" y="928688"/>
            <a:ext cx="5424488" cy="2530120"/>
          </a:xfrm>
          <a:prstGeom prst="rect">
            <a:avLst/>
          </a:prstGeom>
        </p:spPr>
      </p:pic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85750" y="152400"/>
            <a:ext cx="447675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Figma to 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Figma to PPT</dc:creator>
  <cp:lastModifiedBy>Figma to PPT</cp:lastModifiedBy>
  <cp:revision>1</cp:revision>
  <dcterms:created xsi:type="dcterms:W3CDTF">2025-12-06T03:21:26Z</dcterms:created>
  <dcterms:modified xsi:type="dcterms:W3CDTF">2025-12-06T03:21:26Z</dcterms:modified>
</cp:coreProperties>
</file>